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5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834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Collective-Aware In-Switch Telemetry for Distributed AI &amp; HPC Workloads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synchronization stragglers in AllReduce / Ring-Shift / Gather operations through operation-context-aware telemetry aggregation in programmable data planes (P4).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4297680"/>
            <a:ext cx="11887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453542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5354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4718304"/>
            <a:ext cx="11887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495604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560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5138928"/>
            <a:ext cx="11887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537667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376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5559552"/>
            <a:ext cx="11887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83280" y="447141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447141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SWITCH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4928616"/>
            <a:ext cx="10972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4471416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47141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·  VNIT Nagpur</a:t>
            </a:r>
            <a:endParaRPr lang="en-US" sz="105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55454C53-37B7-74C6-CBF8-EC029DBD002A}"/>
              </a:ext>
            </a:extLst>
          </p:cNvPr>
          <p:cNvSpPr/>
          <p:nvPr/>
        </p:nvSpPr>
        <p:spPr>
          <a:xfrm>
            <a:off x="822960" y="398585"/>
            <a:ext cx="7315200" cy="128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1ST EVALUATION</a:t>
            </a:r>
          </a:p>
          <a:p>
            <a:pPr marL="0" indent="0">
              <a:buNone/>
            </a:pPr>
            <a:endParaRPr lang="en-US" sz="1300" b="1" kern="0" spc="300" dirty="0">
              <a:solidFill>
                <a:srgbClr val="1D4ED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1D4ED8"/>
                </a:solidFill>
                <a:latin typeface="Calibri" pitchFamily="34" charset="0"/>
                <a:cs typeface="Calibri" pitchFamily="34" charset="-120"/>
              </a:rPr>
              <a:t>Rakshit Singhvi – BT23CSE023</a:t>
            </a:r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1D4ED8"/>
                </a:solidFill>
                <a:latin typeface="Calibri" pitchFamily="34" charset="0"/>
                <a:cs typeface="Calibri" pitchFamily="34" charset="-120"/>
              </a:rPr>
              <a:t>Deev Shah – BT23CSE108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1D4ED8"/>
                </a:solidFill>
                <a:latin typeface="Calibri" pitchFamily="34" charset="0"/>
                <a:cs typeface="Calibri" pitchFamily="34" charset="-120"/>
              </a:rPr>
              <a:t>Vraj Borad – BT23CSE119</a:t>
            </a:r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1D4ED8"/>
                </a:solidFill>
                <a:latin typeface="Calibri" pitchFamily="34" charset="0"/>
                <a:cs typeface="Calibri" pitchFamily="34" charset="-120"/>
              </a:rPr>
              <a:t>Tanushree Harish – BT23CSE120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2F6F089-4D2E-2D86-109F-BE6634D963B9}"/>
              </a:ext>
            </a:extLst>
          </p:cNvPr>
          <p:cNvSpPr/>
          <p:nvPr/>
        </p:nvSpPr>
        <p:spPr>
          <a:xfrm>
            <a:off x="82296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</a:t>
            </a:r>
            <a:r>
              <a:rPr lang="en-US" sz="6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Data Planes &amp; Network Telemetry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building blocks this project rests on, before we get to the problem itself.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DATA PLANES (P4)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switches are fixed-function ASICs — the forwarding logic is baked into the hardware and cannot be changed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(Programming Protocol-independent Packet Processors) lets us program how a switch parses, matches, and processes packets — same chip, a custom pipeline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blocks: Parser → Match-Action Tables → Stateful Registers → Deparser, arranged into a fixed number of pipeline stages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limits: no native division / floating point; limited SRAM, TCAM and stages per switch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22392" cy="3246120"/>
          </a:xfrm>
          <a:prstGeom prst="roundRect">
            <a:avLst>
              <a:gd name="adj" fmla="val 2535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TELEMETRY &amp; INT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= real-time visibility into what's happening inside the network (delay, queue occupancy, drops) rather than inferring it from the endpoints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In-Band Network Telemetry (INT): the packet itself carries instructions; every switch on its path appends its own measurements directly into the packet header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fine-grained, per-hop, real-time visibility with no separate monitoring channel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concern: telemetry added to every packet costs bandwidth — motivating selective, event-driven telemetry designs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5600700"/>
            <a:ext cx="502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23160" y="53492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5600700"/>
            <a:ext cx="502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53492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5600700"/>
            <a:ext cx="502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35240" y="53492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(reads full path)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prototype on BMv2 — the standard P4 software reference switch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Communication Operations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ML training and HPC jobs coordinate workers through a handful of standard collective patterns. Each defines a different way data moves between participants — but all of them are barrier-synchronized: every worker must finish before the step is considered complete.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40280"/>
            <a:ext cx="320040" cy="731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values (e.g. gradients) across all workers and returns the combined result to every worker.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210312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2240280"/>
            <a:ext cx="320040" cy="731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AllGather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collects data from every other worker, so all workers end up holding the full combined set.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210312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2240280"/>
            <a:ext cx="320040" cy="731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ReduceScatter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08776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across workers, then splits the result so each worker receives only its own portion.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33104" y="210312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70264" y="2240280"/>
            <a:ext cx="320040" cy="731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970264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All-to-All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70264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sends a distinct chunk of data to every other worker — a fully personalized exchange.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41648"/>
            <a:ext cx="320040" cy="731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24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Ring-Shift / Ring-based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63600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are arranged in a logical ring; each passes data to its neighbor in sequence, forming a pipeline.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3904488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4041648"/>
            <a:ext cx="320040" cy="731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4224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47288" y="463600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results from many workers are collected into a single worker (the root).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3904488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4041648"/>
            <a:ext cx="320040" cy="731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4224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08776" y="463600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worker's data is sent out to all other participating workers.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AllReduce, Ring-Shift, and Gather as representative barrier-synchronized patterns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Domain: Barrier-Synchronized Collectives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machine-learning training and HPC clusters rely on barrier-synchronized collective communication — operations where every participating worker must finish exchanging data before computation can resume.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workers must complete their exchange before the next compute step begins — the slowest link sets the pace.”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sits at the intersection of distributed-systems networking and programmable data planes: using P4-based switches to reason about collective operations, not just individual packets or flows.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212080" cy="3063240"/>
          </a:xfrm>
          <a:prstGeom prst="roundRect">
            <a:avLst>
              <a:gd name="adj" fmla="val 26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SYNCHRONIZATION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057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2103120"/>
            <a:ext cx="2286000" cy="237744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587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18120" y="2633472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118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(lag)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3163824"/>
            <a:ext cx="3291840" cy="237744"/>
          </a:xfrm>
          <a:prstGeom prst="roundRect">
            <a:avLst>
              <a:gd name="adj" fmla="val 15385"/>
            </a:avLst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6484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18120" y="3694176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09960" y="1965960"/>
            <a:ext cx="0" cy="2468880"/>
          </a:xfrm>
          <a:prstGeom prst="line">
            <a:avLst/>
          </a:prstGeom>
          <a:noFill/>
          <a:ln w="12700">
            <a:solidFill>
              <a:srgbClr val="1D4ED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0698480" y="4480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466344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aggregates gradients across all workers each training step.
</a:t>
            </a: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Ring-Shift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passes data around a logical ring of workers.
</a:t>
            </a: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collects partial results from many workers to one.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282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28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One Straggler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577840" y="173736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barrier-synchronized operation, one delayed worker extends the completion time of the entire collective — and therefore the whole training step. Completion time = slowest participant; a single delayed worker can stall N synchronized peers in every AllReduce round.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073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073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2918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Delays Become Job-Level Stragglers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77840" y="329184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network hiccup affecting a single flow can silently propagate into extended distributed-job execution time — the delay is invisible until the whole step is late.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16178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617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8463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Today Is Blind to This Dependency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577840" y="484632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In-Band Network Telemetry (INT) observes packets and flows independently. Per-packet — yes. Per-flow — yes. Per-collective-operation — no.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between network-level observation and application-level synchronization semantics motivates a collective-aware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Flow-centric abstractions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systems (INT-LLPP, STRAGFLOW) reduce overhead or catch delays, but still reason per-flow — none correlate flows sharing a collective operation.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1104" y="160020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9704" y="1828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4064" y="180136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operation 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9704" y="2423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see independent 5-tuples; associating packets from different workers with the same synchronization step needs a lightweight shim.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73568" y="160020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2168" y="1828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96528" y="180136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hardware arithmetic limits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02168" y="2423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hardware targets (including our BMv2 prototype) cannot do division / floating point — skew, thresholds and priorities must use only stateful registers and match-action tables.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08736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stages &amp; memory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per-operation min/max timestamps and context state must fit within a small number of pipeline stages and SRAM/TCAM blocks.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61104" y="388620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9704" y="4114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4064" y="408736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vs. accuracy tradeoff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89704" y="4709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seen across all three reference papers, tighter monitoring accuracy generally costs more control/forwarding overhead — a balance our design must strike too.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73568" y="388620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02168" y="4114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96528" y="408736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design under dynamic skew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02168" y="4709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operator-defined skew threshold δt must stay meaningful as network conditions, topology and traffic patterns change at runtime.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1455725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73936"/>
            <a:ext cx="14557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network telemetry observes packets and flows independently, providing limited visibility into the performance of an entire collective operation — so a single lagging participant in an AllReduce, Ring-Shift, or Gather cannot be identified in-network.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977640"/>
            <a:ext cx="1455725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68496"/>
            <a:ext cx="14557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PROBLEM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in-switch, collective-aware telemetry aggregation framework that associates participating flows with a shared operation context, aggregates their network-level timing information, detects abnormal synchronization skew, and reports relevant network state only when a potential collective straggler is observed.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remains a gap between network-level runtime observation and collective-level synchronization semantics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Expected Outcomes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an in-switch, collective-aware telemetry aggregation framework in programmable data planes that associates flows via a shared context identifier, aggregates timestamps in switch memory, and triggers telemetry only on abnormal skew.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121408" cy="2606040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429000"/>
            <a:ext cx="8558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19856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Context-Shim Header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57200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header design mapping packets to a shared operation context.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3291840"/>
            <a:ext cx="2121408" cy="2606040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3429000"/>
            <a:ext cx="8558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419856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0" y="38404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Skew Prototype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457200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intra-operation skew (δt) via stateful registers on the data plane.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3291840"/>
            <a:ext cx="2121408" cy="2606040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3429000"/>
            <a:ext cx="8558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419856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8404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In-Switch Aggregation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457200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min/max arrival timestamps directly in switch memory.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69480" y="3291840"/>
            <a:ext cx="2121408" cy="2606040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3429000"/>
            <a:ext cx="8558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419856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06640" y="38404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Reporting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457200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Straggler-triggered reporting instead of per-packet telemetry.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09760" y="3291840"/>
            <a:ext cx="2121408" cy="2606040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3429000"/>
            <a:ext cx="8558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3419856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46920" y="38404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Overhead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46920" y="457200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control/telemetry overhead vs. per-flow INT baselines.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LITERATURE SURVEY — RELATED WORK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INT-LLPP — Network-Wide Telemetry Path Planning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H. Zhang, Dai, Zeng, Wang &amp; Liao — Computer Communications 236 (2025)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92240" cy="4297680"/>
          </a:xfrm>
          <a:prstGeom prst="roundRect">
            <a:avLst>
              <a:gd name="adj" fmla="val 19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set of probes per switch collects all telemetry items — avoids repeated probing for each telemetry task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Path Generation (PPG): plans probe paths for full network coverage while minimizing forwarding overhead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Maximum Latency Setting (SAMLS): balances telemetry latency against control overhead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(vs. INT-path / IntOpt / NetView)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overhead reduced by over 50%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overhead reduced by 5% – 10%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latency reduced by 30% – 40%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1737360"/>
            <a:ext cx="4416552" cy="4297680"/>
          </a:xfrm>
          <a:prstGeom prst="roundRect">
            <a:avLst>
              <a:gd name="adj" fmla="val 1915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1920240"/>
            <a:ext cx="1680667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911096"/>
            <a:ext cx="16806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VS. OUR PROBLEM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52360" y="2331720"/>
            <a:ext cx="3931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what and how telemetry is collected across the network — but each probe path still reasons about individual flows. There is no notion of multiple flows belonging to one synchronized collective operation.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LITERATURE SURVEY — RELATED WORK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P4InfoSen-INT — Information-Sensitive Telemetry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Xu, Lu &amp; Zhu — Information-Sensitive In-band Network Telemetry in P4-based Programmable Data Plane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92240" cy="4297680"/>
          </a:xfrm>
          <a:prstGeom prst="roundRect">
            <a:avLst>
              <a:gd name="adj" fmla="val 19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switch locally decides which telemetry field to insert, based on its information content: I = −log₂ P(value)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Mapping Table (PMT) built from match-action tables ranks telemetry types (original paper targets Tofino hardware)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Polling-based INT + Prioritized INT operate together; sampling rate adapts to real-time bandwidth usage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(Table Merging + Table Entry Merging)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usage reduced from 9 stages to 5 stages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PINT and AINT baselines on the overhead / accuracy tradeoff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1737360"/>
            <a:ext cx="4416552" cy="4297680"/>
          </a:xfrm>
          <a:prstGeom prst="roundRect">
            <a:avLst>
              <a:gd name="adj" fmla="val 1915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1920240"/>
            <a:ext cx="1680667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911096"/>
            <a:ext cx="16806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VS. OUR PROBLEM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52360" y="2331720"/>
            <a:ext cx="3931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redundant per-flow reporting by prioritizing the most informative field — but each flow is still assessed independently. No mechanism correlates telemetry across flows of a shared operation.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LITERATURE SURVEY — RELATED WORK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STRAGFLOW — Data-Plane Straggler Detection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Maulana, Mostafaei &amp; Meratnia — IFIP Networking 2025, Limassol, Cyprus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92240" cy="4297680"/>
          </a:xfrm>
          <a:prstGeom prst="roundRect">
            <a:avLst>
              <a:gd name="adj" fmla="val 19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deq_timedelta, a queueing-delay metadata field available on Tofino hardware, in the egress pipeline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 is a straggler if its delay exceeds the highest delay previously seen for that same flow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Count-Min Sketch "Straggler Counter" tracks per-flow straggler counts with low memory; reports sent to the control plane via digest once a threshold is hit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(CAIDA traces, PIAS vs. FIFO)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PIAS scheduling reduces detected stragglers by up to 49% vs. FIFO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Resource-light on their Tofino testbed: 0% TCAM, 0% stateful ALUs, 6 of 12 pipeline stages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1737360"/>
            <a:ext cx="4416552" cy="4297680"/>
          </a:xfrm>
          <a:prstGeom prst="roundRect">
            <a:avLst>
              <a:gd name="adj" fmla="val 1915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1920240"/>
            <a:ext cx="1680667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911096"/>
            <a:ext cx="16806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VS. OUR PROBLEM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52360" y="2331720"/>
            <a:ext cx="3931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"Straggler" is defined per-flow against its own past behavior — not against sibling flows participating in the same collective operation.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Target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90270"/>
              </p:ext>
            </p:extLst>
          </p:nvPr>
        </p:nvGraphicFramePr>
        <p:xfrm>
          <a:off x="548640" y="1600200"/>
          <a:ext cx="11064240" cy="2514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Flow-aware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Collective-aware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INT-LLPP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Network-wide INT path planning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P4InfoSen-INT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Information-sensitive telemetry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STRAGFLOW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Per-flow straggler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(proposed)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Collective-aware telemetry aggregation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434840"/>
            <a:ext cx="78089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25696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correlate multiple flows belonging to a single barrier-synchronized collective operation. Our design introduces a shared operation-context identifier so switches can reason across flows, not just within one.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92640" y="768096"/>
            <a:ext cx="8558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758952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00200" y="1737360"/>
            <a:ext cx="0" cy="256032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13716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0" cy="256032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13716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1737360"/>
            <a:ext cx="0" cy="256032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15000" y="13716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0" cy="256032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1115568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WORKERS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00200" y="1993392"/>
            <a:ext cx="4800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1993392"/>
            <a:ext cx="0" cy="256032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628900" y="2258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Packets (context-shim tagged)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00500" y="2496312"/>
            <a:ext cx="0" cy="219456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51560" y="2715768"/>
            <a:ext cx="5897880" cy="2148840"/>
          </a:xfrm>
          <a:prstGeom prst="roundRect">
            <a:avLst>
              <a:gd name="adj" fmla="val 3830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2788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SWITCH PIPELINE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71600" y="3081528"/>
            <a:ext cx="5257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081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Context-Shim Parsing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00500" y="3374136"/>
            <a:ext cx="0" cy="411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371600" y="3415284"/>
            <a:ext cx="5257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341528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Operation-Context Lookup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00500" y="3707892"/>
            <a:ext cx="0" cy="411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371600" y="3749040"/>
            <a:ext cx="5257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374904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Update (min/max)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00500" y="4041648"/>
            <a:ext cx="0" cy="411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371600" y="4082796"/>
            <a:ext cx="5257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408279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Calculation (δt)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00500" y="4375404"/>
            <a:ext cx="0" cy="411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371600" y="4416552"/>
            <a:ext cx="5257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441655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 (δt &gt; θ)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02966" y="4864608"/>
            <a:ext cx="0" cy="201168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74970" y="4864608"/>
            <a:ext cx="0" cy="201168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834286" y="5065776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80006" y="5065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packet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06290" y="5065776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52010" y="5065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STRAGGLER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Digest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43650" y="5257800"/>
            <a:ext cx="129159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635240" y="47731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47731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624060" y="5230368"/>
            <a:ext cx="0" cy="27432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635240" y="550468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0960" y="5504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ANALYSIS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635240" y="6117336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anomalous collective states are cloned to the control plane — normal traffic is forwarded with no added overhead.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P4 Switch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92640" y="768096"/>
            <a:ext cx="8558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758952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Operation-Context ID and Participant ID from the context-shim header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33472" y="2971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0632" y="16002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Lookup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219456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Context ID to access stateful registers for this collective operation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55464" y="2971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92624" y="16002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Update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9784" y="219456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arrival timestamp: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t_fast = min(t_fast, 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t_slow = max(t_slow, 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77456" y="2971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14616" y="16002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Calculate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51776" y="219456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t_slow − t_fast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division/floats — pure register arithmetic)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99448" y="2971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36608" y="16002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Decide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73768" y="219456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≤ θ → Normal → Forward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&gt; θ → Straggler → Report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WORDING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</a:t>
            </a:r>
            <a:r>
              <a:rPr lang="en-US" sz="1300" i="1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“Guaranteed straggler identification.”
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 “Potential collective straggler detection based on abnormal synchronization skew.”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Implementation Details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052560" y="786384"/>
            <a:ext cx="160568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777240"/>
            <a:ext cx="16056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/ PLANNED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programmable data plane — implemented and evaluated entirely on BMv2, the standard P4 software reference switch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prototyping stays within BMv2 + Mininet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DATASET / TRAFFIC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collective-communication traffic emulating AllReduce / Ring-Shift / Gather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Mininet-based emulated testbed with multiple switches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injected network delay on a subset of participants to emulate stragglers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traffic patterns informed by traces used in STRAGFLOW (CAIDA)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22392" cy="4480560"/>
          </a:xfrm>
          <a:prstGeom prst="roundRect">
            <a:avLst>
              <a:gd name="adj" fmla="val 183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METRICS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1488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 of the lagging participant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/ control overhead vs. per-flow INT baselines (INT-LLPP, P4InfoSen-INT)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intra-operation skew (δt) estimation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implementation not yet started — see Early Progress for current hands-on 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TIMELINE &amp; EARLY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Plan &amp; Where We Are Now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64792" cy="2103120"/>
          </a:xfrm>
          <a:prstGeom prst="roundRect">
            <a:avLst>
              <a:gd name="adj" fmla="val 46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099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203911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+ Problem Formulation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3319272"/>
            <a:ext cx="555955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310128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32304" y="1600200"/>
            <a:ext cx="1764792" cy="2103120"/>
          </a:xfrm>
          <a:prstGeom prst="roundRect">
            <a:avLst>
              <a:gd name="adj" fmla="val 4663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7099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42032" y="203911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P4 Experimentation (BMv2)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42032" y="3319272"/>
            <a:ext cx="78089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3310128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15968" y="1600200"/>
            <a:ext cx="1764792" cy="2103120"/>
          </a:xfrm>
          <a:prstGeom prst="roundRect">
            <a:avLst>
              <a:gd name="adj" fmla="val 46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7099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203911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Context-Shim + Skew Prototype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1600200"/>
            <a:ext cx="1764792" cy="2103120"/>
          </a:xfrm>
          <a:prstGeom prst="roundRect">
            <a:avLst>
              <a:gd name="adj" fmla="val 46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7099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03911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 Testbed + Control Plane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83296" y="1600200"/>
            <a:ext cx="1764792" cy="2103120"/>
          </a:xfrm>
          <a:prstGeom prst="roundRect">
            <a:avLst>
              <a:gd name="adj" fmla="val 46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17099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93024" y="203911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BMv2 Evaluation &amp; Scaling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66960" y="1600200"/>
            <a:ext cx="1764792" cy="2103120"/>
          </a:xfrm>
          <a:prstGeom prst="roundRect">
            <a:avLst>
              <a:gd name="adj" fmla="val 46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6688" y="17099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76688" y="203911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vs. Baselines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EXPERIMENTATION WITH P4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started hands-on experimentation with P4 — writing and running basic programs on a software switch (BMv2) to build familiarity with the language, the packet-processing pipeline, and stateful register operations before implementing the full context-shim design.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next: BMv2 P4 program output, switch CLI / table state, and test-traffic results from initial experiments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Flow-Centric to Collective-Aware Telemetry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3200400"/>
          </a:xfrm>
          <a:prstGeom prst="roundRect">
            <a:avLst>
              <a:gd name="adj" fmla="val 2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an in-switch, operation-context-aware telemetry framework that correlates flows of the same barrier-synchronized collective, aggregates timing state directly in P4 switch memory, and reports only when a genuine straggler emerges — closing a gap left open by INT-LLPP, P4InfoSen-INT, and STRAGFLOW.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3822192" cy="150876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20574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2 — working P4 prototype with skew-based straggler reporting.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3246120"/>
            <a:ext cx="3822192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→ Aggregate → Report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per-packet Collect → Report cycles.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2299</Words>
  <Application>Microsoft Macintosh PowerPoint</Application>
  <PresentationFormat>Widescreen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AdapINT: Collective-Aware Telemetry</dc:title>
  <dc:subject>PptxGenJS Presentation</dc:subject>
  <dc:creator>Vraj Borad</dc:creator>
  <cp:lastModifiedBy>vraj borad</cp:lastModifiedBy>
  <cp:revision>2</cp:revision>
  <dcterms:created xsi:type="dcterms:W3CDTF">2026-09-03T04:35:02Z</dcterms:created>
  <dcterms:modified xsi:type="dcterms:W3CDTF">2026-09-03T04:59:08Z</dcterms:modified>
</cp:coreProperties>
</file>